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-11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1371600" y="-1371600"/>
            <a:ext cx="2743200" cy="27432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0" y="5029200"/>
            <a:ext cx="2743200" cy="27432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D700"/>
                </a:solidFill>
              </a:defRPr>
            </a:pPr>
            <a:r>
              <a:t>STUDENT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0C850"/>
                </a:solidFill>
              </a:defRPr>
            </a:pPr>
            <a:r>
              <a:t>HC NEXUS: Academic Management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CDCDC"/>
                </a:solidFill>
              </a:defRPr>
            </a:pPr>
            <a:r>
              <a:t>Divanshi Khosla | Zlaark, Amritsar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solidFill>
            <a:srgbClr val="191923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D700"/>
                </a:solidFill>
              </a:defRPr>
            </a:pPr>
            <a:r>
              <a:t>02 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91923"/>
          </a:solidFill>
          <a:ln w="254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7498079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Students navigate multiple systems to access dispersed academic information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Critical data lacks centralized visibility and real-time access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Manual processes create inefficiencies in tracking academic progress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Fragmented information limits data-driven student </a:t>
            </a:r>
            <a:r>
              <a:rPr sz="2000" dirty="0" smtClean="0"/>
              <a:t>decisions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solidFill>
            <a:srgbClr val="191923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D700"/>
                </a:solidFill>
              </a:defRPr>
            </a:pPr>
            <a:r>
              <a:t>03 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91923"/>
          </a:solidFill>
          <a:ln w="254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7498079" cy="4113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dirty="0" smtClean="0"/>
              <a:t>• </a:t>
            </a:r>
            <a:r>
              <a:rPr sz="2000" dirty="0" smtClean="0"/>
              <a:t>Unified</a:t>
            </a:r>
            <a:r>
              <a:rPr lang="en-US" sz="2000" dirty="0" smtClean="0"/>
              <a:t> HC Nexus </a:t>
            </a:r>
            <a:r>
              <a:rPr sz="2000" dirty="0" smtClean="0"/>
              <a:t>portal </a:t>
            </a:r>
            <a:r>
              <a:rPr sz="2000" dirty="0"/>
              <a:t>consolidating all academic information in one interface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Secure authentication via roll number and password verification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Multi-module architecture with personalized dashboards and analytics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Real-time access to attendance, grades, schedules, and announcements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Responsive </a:t>
            </a:r>
            <a:r>
              <a:rPr sz="2000" dirty="0" err="1"/>
              <a:t>Streamlit</a:t>
            </a:r>
            <a:r>
              <a:rPr sz="2000" dirty="0"/>
              <a:t> design accessible across all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solidFill>
            <a:srgbClr val="191923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D700"/>
                </a:solidFill>
              </a:defRPr>
            </a:pPr>
            <a:r>
              <a:t>04  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91923"/>
          </a:solidFill>
          <a:ln w="254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7498079" cy="351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Python – Core language for rapid application development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Streamlit</a:t>
            </a:r>
            <a:r>
              <a:rPr sz="2000" dirty="0"/>
              <a:t> – Interactive web framework for multi-page interfaces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Pandas – Data manipulation and CSV processing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CSV &amp; JSON – Structured data storage for records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ReportLab</a:t>
            </a:r>
            <a:r>
              <a:rPr sz="2000" dirty="0"/>
              <a:t> – Professional PDF generation for receipts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Git</a:t>
            </a:r>
            <a:r>
              <a:rPr sz="2000" dirty="0"/>
              <a:t> &amp; GitHub – Version control and collaboration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solidFill>
            <a:srgbClr val="191923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D700"/>
                </a:solidFill>
              </a:defRPr>
            </a:pPr>
            <a:r>
              <a:t>05 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solidFill>
            <a:srgbClr val="191923"/>
          </a:solidFill>
          <a:ln w="254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566160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FFD700"/>
                </a:solidFill>
              </a:defRPr>
            </a:pPr>
            <a:r>
              <a:rPr sz="2000" dirty="0"/>
              <a:t>①  Authentication</a:t>
            </a:r>
          </a:p>
          <a:p>
            <a:pPr>
              <a:spcAft>
                <a:spcPts val="600"/>
              </a:spcAft>
              <a:defRPr sz="1000">
                <a:solidFill>
                  <a:srgbClr val="DCDCDC"/>
                </a:solidFill>
              </a:defRPr>
            </a:pPr>
            <a:r>
              <a:rPr sz="2000" dirty="0"/>
              <a:t>Roll number &amp; </a:t>
            </a:r>
            <a:r>
              <a:rPr sz="2000" dirty="0" smtClean="0"/>
              <a:t>password</a:t>
            </a:r>
            <a:endParaRPr sz="2000" dirty="0"/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FFD700"/>
                </a:solidFill>
              </a:defRPr>
            </a:pPr>
            <a:r>
              <a:rPr sz="2000" dirty="0"/>
              <a:t>②  Data Processing</a:t>
            </a:r>
          </a:p>
          <a:p>
            <a:pPr>
              <a:spcAft>
                <a:spcPts val="600"/>
              </a:spcAft>
              <a:defRPr sz="1000">
                <a:solidFill>
                  <a:srgbClr val="DCDCDC"/>
                </a:solidFill>
              </a:defRPr>
            </a:pPr>
            <a:r>
              <a:rPr sz="2000" dirty="0"/>
              <a:t>Pandas CSV parsing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FFD700"/>
                </a:solidFill>
              </a:defRPr>
            </a:pPr>
            <a:r>
              <a:rPr sz="2000" dirty="0"/>
              <a:t>③  Business Logic</a:t>
            </a:r>
          </a:p>
          <a:p>
            <a:pPr>
              <a:spcAft>
                <a:spcPts val="600"/>
              </a:spcAft>
              <a:defRPr sz="1000">
                <a:solidFill>
                  <a:srgbClr val="DCDCDC"/>
                </a:solidFill>
              </a:defRPr>
            </a:pPr>
            <a:r>
              <a:rPr sz="2000" dirty="0"/>
              <a:t>Attendance, marks, fees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FFD700"/>
                </a:solidFill>
              </a:defRPr>
            </a:pPr>
            <a:r>
              <a:rPr sz="2000" dirty="0"/>
              <a:t>④  Presentation</a:t>
            </a:r>
          </a:p>
          <a:p>
            <a:pPr>
              <a:spcAft>
                <a:spcPts val="600"/>
              </a:spcAft>
              <a:defRPr sz="1000">
                <a:solidFill>
                  <a:srgbClr val="DCDCDC"/>
                </a:solidFill>
              </a:defRPr>
            </a:pPr>
            <a:r>
              <a:rPr sz="2000" dirty="0" err="1"/>
              <a:t>Streamlit</a:t>
            </a:r>
            <a:r>
              <a:rPr sz="2000" dirty="0"/>
              <a:t> interface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1">
                <a:solidFill>
                  <a:srgbClr val="FFD700"/>
                </a:solidFill>
              </a:defRPr>
            </a:pPr>
            <a:r>
              <a:rPr sz="2000" dirty="0"/>
              <a:t>⑤  Integration</a:t>
            </a:r>
          </a:p>
          <a:p>
            <a:pPr>
              <a:spcAft>
                <a:spcPts val="600"/>
              </a:spcAft>
              <a:defRPr sz="1000">
                <a:solidFill>
                  <a:srgbClr val="DCDCDC"/>
                </a:solidFill>
              </a:defRPr>
            </a:pPr>
            <a:r>
              <a:rPr sz="2000" dirty="0"/>
              <a:t>Teacher-student sync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solidFill>
            <a:srgbClr val="0A0A0F"/>
          </a:solidFill>
          <a:ln w="381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09160" y="1325880"/>
            <a:ext cx="228600" cy="2286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80" y="1325880"/>
            <a:ext cx="228600" cy="2286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329184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DAA520"/>
                </a:solidFill>
              </a:defRPr>
            </a:pPr>
            <a:r>
              <a:t>✨ App Screenshot</a:t>
            </a:r>
          </a:p>
          <a:p>
            <a:pPr algn="ctr">
              <a:defRPr sz="1200">
                <a:solidFill>
                  <a:srgbClr val="F0C850"/>
                </a:solidFill>
              </a:defRPr>
            </a:pPr>
            <a:r>
              <a:t>(Login/Dashboard)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0" y="1371600"/>
            <a:ext cx="3931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solidFill>
            <a:srgbClr val="191923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D700"/>
                </a:solidFill>
              </a:defRPr>
            </a:pPr>
            <a:r>
              <a:t>06  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91923"/>
          </a:solidFill>
          <a:ln w="254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7498079" cy="391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sz="2000" dirty="0"/>
              <a:t>Authentication system with secure login credentials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Dashboard displaying student profile and academic summary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Attendance module showing percentage and classes attended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Marks tracker with subject-wise performance and CGPA calculation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Timetable visualization with schedule and venue information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Notices feed with teacher-published announcements and attachments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solidFill>
            <a:srgbClr val="191923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D700"/>
                </a:solidFill>
              </a:defRPr>
            </a:pPr>
            <a:r>
              <a:t>07  AI Component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39"/>
            <a:ext cx="8229600" cy="4950117"/>
          </a:xfrm>
          <a:prstGeom prst="rect">
            <a:avLst/>
          </a:prstGeom>
          <a:solidFill>
            <a:srgbClr val="191923"/>
          </a:solidFill>
          <a:ln w="254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653334"/>
            <a:ext cx="6949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800" b="1">
                <a:solidFill>
                  <a:srgbClr val="FFD700"/>
                </a:solidFill>
              </a:defRPr>
            </a:pPr>
            <a:r>
              <a:rPr sz="2000" dirty="0"/>
              <a:t>Claude &amp; </a:t>
            </a:r>
            <a:r>
              <a:rPr sz="2000" dirty="0" err="1"/>
              <a:t>ChatGPT</a:t>
            </a:r>
            <a:r>
              <a:rPr sz="2000" dirty="0"/>
              <a:t> leveraged for specific development tasks and documentation purposes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33225"/>
            <a:ext cx="6949440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DCDCDC"/>
                </a:solidFill>
              </a:defRPr>
            </a:pPr>
            <a:r>
              <a:rPr sz="2000" dirty="0"/>
              <a:t>Current focus: Student data management, navigation, authentication, and responsive interface design.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400">
                <a:solidFill>
                  <a:srgbClr val="DCDCDC"/>
                </a:solidFill>
              </a:defRPr>
            </a:pPr>
            <a:r>
              <a:rPr sz="2000" dirty="0"/>
              <a:t>AI integration areas: Report generation, documentation automation, and workflow optimization.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02517"/>
            <a:ext cx="69494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400" b="1">
                <a:solidFill>
                  <a:srgbClr val="EF4444"/>
                </a:solidFill>
              </a:defRPr>
            </a:pPr>
            <a:r>
              <a:rPr sz="2000" dirty="0"/>
              <a:t>Future scope: Advanced analytics, predictive modeling, and intelligent student assistance systems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solidFill>
            <a:srgbClr val="191923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D700"/>
                </a:solidFill>
              </a:defRPr>
            </a:pPr>
            <a:r>
              <a:t>08 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91923"/>
          </a:solidFill>
          <a:ln w="254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7498079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sz="2000" dirty="0"/>
              <a:t>Session state management in </a:t>
            </a:r>
            <a:r>
              <a:rPr sz="2000" dirty="0" err="1"/>
              <a:t>Streamlit's</a:t>
            </a:r>
            <a:r>
              <a:rPr sz="2000" dirty="0"/>
              <a:t> stateless architecture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Complex CSS styling with limited native component customization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Professional PDF generation and formatting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Data consistency across multiple modules and calculations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Responsive design across varying screen sizes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solidFill>
            <a:srgbClr val="191923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D700"/>
                </a:solidFill>
              </a:defRPr>
            </a:pPr>
            <a:r>
              <a:t>09  My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91923"/>
          </a:solidFill>
          <a:ln w="254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7498079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sz="2000" dirty="0"/>
              <a:t>Architected complete student portal from conception to deployment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Developed secure authentication with session management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Implemented multi-module dashboard with real-time data processing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Designed and optimized UI for accessibility and usability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Deployed production-ready application on </a:t>
            </a:r>
            <a:r>
              <a:rPr sz="2000" dirty="0" err="1"/>
              <a:t>Streamlit</a:t>
            </a:r>
            <a:r>
              <a:rPr sz="2000" dirty="0"/>
              <a:t> Cloud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solidFill>
            <a:srgbClr val="191923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D700"/>
                </a:solidFill>
              </a:defRPr>
            </a:pPr>
            <a:r>
              <a:t>10  Future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91923"/>
          </a:solidFill>
          <a:ln w="254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7498079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sz="2000" dirty="0"/>
              <a:t>Migration to relational database for enhanced scalability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Role-based access control for students, faculty, and administration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Online payment gateway integration for digital fee transactions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Push notifications for real-time updates on notices and grades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Mobile-responsive progressive web application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solidFill>
            <a:srgbClr val="191923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D700"/>
                </a:solidFill>
              </a:defRPr>
            </a:pPr>
            <a:r>
              <a:t>11  GitHub Link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91923"/>
          </a:solidFill>
          <a:ln w="254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7498079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sz="2000" dirty="0"/>
              <a:t>Repository: github.com/</a:t>
            </a:r>
            <a:r>
              <a:rPr sz="2000" dirty="0" err="1"/>
              <a:t>divanshiplum</a:t>
            </a:r>
            <a:r>
              <a:rPr sz="2000" dirty="0"/>
              <a:t>/SPY-X-CODE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Complete commit history documenting development progression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Modular Python scripts with comprehensive documentation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Integrated workflow demonstrating professional practices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rPr sz="2000" dirty="0"/>
              <a:t>• View architecture decisions and deployment configuration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28800" y="-1828800"/>
            <a:ext cx="5486400" cy="54864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0" y="4114800"/>
            <a:ext cx="5486400" cy="54864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7315200" cy="9144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600" b="1">
                <a:solidFill>
                  <a:srgbClr val="FFD700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CDCDC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</TotalTime>
  <Words>474</Words>
  <Application>Microsoft Office PowerPoint</Application>
  <PresentationFormat>On-screen Show (4:3)</PresentationFormat>
  <Paragraphs>72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SugarDi</dc:creator>
  <dc:description>generated using python-pptx</dc:description>
  <cp:lastModifiedBy>hp</cp:lastModifiedBy>
  <cp:revision>3</cp:revision>
  <dcterms:created xsi:type="dcterms:W3CDTF">2013-01-27T09:14:16Z</dcterms:created>
  <dcterms:modified xsi:type="dcterms:W3CDTF">2026-09-23T08:14:38Z</dcterms:modified>
</cp:coreProperties>
</file>